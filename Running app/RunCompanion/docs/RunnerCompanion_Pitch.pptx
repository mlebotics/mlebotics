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Running Companion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Hybrid Native + Cloud Robotics Platform</a:t>
            </a:r>
          </a:p>
          <a:p>
            <a:r>
              <a:t>February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 + Problem Statement</a:t>
            </a:r>
          </a:p>
          <a:p>
            <a:r>
              <a:t>Solution overview &amp; hybrid architecture</a:t>
            </a:r>
          </a:p>
          <a:p>
            <a:r>
              <a:t>Voice + public alerting differentiators</a:t>
            </a:r>
          </a:p>
          <a:p>
            <a:r>
              <a:t>Hardware &amp; build plan</a:t>
            </a:r>
          </a:p>
          <a:p>
            <a:r>
              <a:t>Collaboration and funding asks</a:t>
            </a:r>
          </a:p>
          <a:p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Outdoor runners lack live pacing support, safety signaling, and adaptive coaching while training alone.</a:t>
            </a:r>
          </a:p>
          <a:p>
            <a:r>
              <a:t>Inconsistent pacing and training efficiency</a:t>
            </a:r>
          </a:p>
          <a:p>
            <a:r>
              <a:t>Crowded routes with no proactive runner-approaching alerts</a:t>
            </a:r>
          </a:p>
          <a:p>
            <a:r>
              <a:t>Hands busy—no easy way to control devices mid-run</a:t>
            </a:r>
          </a:p>
          <a:p>
            <a:r>
              <a:t>Wearables collect data but cannot guide physical 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RunBot: a 4-wheel ESP32 robot that physically leads the runner while a Flutter app handles pace control, AI coaching, and remote alerts.</a:t>
            </a:r>
          </a:p>
          <a:p>
            <a:r>
              <a:t>Robot follows GPS waypoints at target speed with adaptive slowdown</a:t>
            </a:r>
          </a:p>
          <a:p>
            <a:r>
              <a:t>Owner-only voice commands (stop, speed up, alert ahead, return)</a:t>
            </a:r>
          </a:p>
          <a:p>
            <a:r>
              <a:t>Garmin BLE telemetry feeds live HR, cadence, distance</a:t>
            </a:r>
          </a:p>
          <a:p>
            <a:r>
              <a:t>AI coach + SMS broadcasting keep people informed ahead on the route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3474720" cy="1463040"/>
          </a:xfrm>
          <a:prstGeom prst="rect">
            <a:avLst/>
          </a:prstGeom>
          <a:solidFill>
            <a:srgbClr val="007A7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Native Core (Flutter)</a:t>
            </a:r>
          </a:p>
          <a:p>
            <a:r>
              <a:t>• Robot control</a:t>
            </a:r>
          </a:p>
          <a:p>
            <a:r>
              <a:t>• BLE &amp; sensors</a:t>
            </a:r>
          </a:p>
          <a:p>
            <a:r>
              <a:t>• Voice + alerts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463040"/>
            <a:ext cx="3474720" cy="14630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Cloud Modules CDN</a:t>
            </a:r>
          </a:p>
          <a:p>
            <a:r>
              <a:t>• Investor decks</a:t>
            </a:r>
          </a:p>
          <a:p>
            <a:r>
              <a:t>• Onboarding flows</a:t>
            </a:r>
          </a:p>
          <a:p>
            <a:r>
              <a:t>• Per-partner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3200400"/>
            <a:ext cx="2560320" cy="1097280"/>
          </a:xfrm>
          <a:prstGeom prst="rect">
            <a:avLst/>
          </a:prstGeom>
          <a:solidFill>
            <a:srgbClr val="F582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RunBot Hardware</a:t>
            </a:r>
          </a:p>
          <a:p>
            <a:r>
              <a:t>ESP32 + sensors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926080"/>
            <a:ext cx="1005840" cy="27432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297680" y="2926080"/>
            <a:ext cx="2103120" cy="27432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Cloud manifest updates UI instantly; native core handles safety-critical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Frameworks Loading Cloud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Middle ground approach:</a:t>
            </a:r>
          </a:p>
          <a:p>
            <a:r>
              <a:t>App built with Flutter/React Native/Ionic</a:t>
            </a:r>
          </a:p>
          <a:p>
            <a:r>
              <a:t>Most UI/logic pulled from our server via manifest</a:t>
            </a:r>
          </a:p>
          <a:p>
            <a:r>
              <a:t>Updates roll out instantly without app-store approval</a:t>
            </a:r>
          </a:p>
          <a:p>
            <a:r>
              <a:t>Pros: better performance than WebView, supports cloud updates, app stores accept it.</a:t>
            </a:r>
          </a:p>
          <a:p>
            <a:r>
              <a:t>Cons: more complex architecture, requires secure module-loading system.</a:t>
            </a:r>
          </a:p>
          <a:p>
            <a:r>
              <a:t>Examples: Tesla app, older Airbnb builds, many enterprise field apps.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+ Public Alerting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Owner-only speech commands trigger pacing, alerts, and music without touching the phone.</a:t>
            </a:r>
          </a:p>
          <a:p>
            <a:r>
              <a:t>Voice command → robot speaker announcement → SMS broadcast to contacts ahead</a:t>
            </a:r>
          </a:p>
          <a:p>
            <a:r>
              <a:t>Directional alerts (on your left/right) to clear crowd space</a:t>
            </a:r>
          </a:p>
          <a:p>
            <a:r>
              <a:t>AI coach provides pacing feedback, obstacle warnings, and encouragement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Build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 of Materials (~$75):</a:t>
            </a:r>
          </a:p>
          <a:p>
            <a:pPr lvl="1"/>
            <a:r>
              <a:t>Freenove 4WD ESP32 kit, NEO-6M GPS, SG90 servo, ultrasonic sensors</a:t>
            </a:r>
          </a:p>
          <a:p>
            <a:pPr lvl="1"/>
            <a:r>
              <a:t>Quality 18650 cells + wiring harness, optional BT speaker upgrade</a:t>
            </a:r>
          </a:p>
          <a:p>
            <a:pPr lvl="1"/>
            <a:r>
              <a:t>Firmware ready: GPS pacing, obstacle avoidance, runner distance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Execution timeline:</a:t>
            </a:r>
          </a:p>
          <a:p>
            <a:pPr lvl="1"/>
            <a:r>
              <a:t>Week 1 — Procurement + assembly</a:t>
            </a:r>
          </a:p>
          <a:p>
            <a:pPr lvl="1"/>
            <a:r>
              <a:t>Week 2 — Firmware flash + integration tests</a:t>
            </a:r>
          </a:p>
          <a:p>
            <a:pPr lvl="1"/>
            <a:r>
              <a:t>Week 3 — Outdoor validation (pacing + alerting + voice)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Sourcing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Blend off-the-shelf robotics kits with custom pacer chassis to accelerate pilots.</a:t>
            </a:r>
          </a:p>
          <a:p>
            <a:r>
              <a:t>Phase 1: buy Freenove/DFRobot components locally for rapid prototyping</a:t>
            </a:r>
          </a:p>
          <a:p>
            <a:r>
              <a:t>Phase 2: standardize BOM and negotiate bulk pricing with Shenzhen suppliers</a:t>
            </a:r>
          </a:p>
          <a:p>
            <a:r>
              <a:t>Phase 3: dedicated pacer chassis + mobile aid station payload (water, gels, med kit)</a:t>
            </a:r>
          </a:p>
          <a:p>
            <a:r>
              <a:t>Redundancy: stock 20% spare drivetrains + batteries to keep fleet field-ready.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30-60-90 Day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0–30 days: hardware build + 5 successful outdoor pacing runs</a:t>
            </a:r>
          </a:p>
          <a:p>
            <a:r>
              <a:t>31–60 days: reliability hardening, pilot workflow, telemetry dashboards</a:t>
            </a:r>
          </a:p>
          <a:p>
            <a:r>
              <a:t>61–90 days: investor-ready pilot package (demo script, KPI dashboard, video proof)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23774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Investors</a:t>
            </a:r>
          </a:p>
          <a:p>
            <a:pPr lvl="1"/>
            <a:r>
              <a:t>Fund hardware + pilot ops</a:t>
            </a:r>
          </a:p>
          <a:p>
            <a:pPr lvl="1"/>
            <a:r>
              <a:t>Help shape go-to-market</a:t>
            </a:r>
          </a:p>
          <a:p>
            <a:pPr lvl="1"/>
            <a:r>
              <a:t>Access to progress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554480"/>
            <a:ext cx="23774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Developers</a:t>
            </a:r>
          </a:p>
          <a:p>
            <a:pPr lvl="1"/>
            <a:r>
              <a:t>Extend cloud module surfaces</a:t>
            </a:r>
          </a:p>
          <a:p>
            <a:pPr lvl="1"/>
            <a:r>
              <a:t>Integrate partner APIs</a:t>
            </a:r>
          </a:p>
          <a:p>
            <a:pPr lvl="1"/>
            <a:r>
              <a:t>Enhance AI coaching experiences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554480"/>
            <a:ext cx="23774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Hardware Team</a:t>
            </a:r>
          </a:p>
          <a:p>
            <a:pPr lvl="1"/>
            <a:r>
              <a:t>Finalize wiring &amp; enclosure</a:t>
            </a:r>
          </a:p>
          <a:p>
            <a:pPr lvl="1"/>
            <a:r>
              <a:t>Optimize power + drivetrain</a:t>
            </a:r>
          </a:p>
          <a:p>
            <a:pPr lvl="1"/>
            <a:r>
              <a:t>Stress-test outdoor durability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 pilot: 20 units @ $300/mo subscription → $72k ARR</a:t>
            </a:r>
          </a:p>
          <a:p>
            <a:r>
              <a:t>Year 2 regional rollout: 150 units, $450/mo avg → $810k ARR</a:t>
            </a:r>
          </a:p>
          <a:p>
            <a:r>
              <a:t>Hardware COGS per unit: $325 prototype → $210 scaled manufacturing</a:t>
            </a:r>
          </a:p>
          <a:p>
            <a:r>
              <a:t>Gross margin target: 65% with hybrid software upsells (AI coach, club dashboards)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current product combines physical pacing robot + hybrid module software.</a:t>
            </a:r>
          </a:p>
          <a:p>
            <a:r>
              <a:t>Treadmill/connected fitness: indoor only, lacks outdoor alerting</a:t>
            </a:r>
          </a:p>
          <a:p>
            <a:r>
              <a:t>Wearable coaching apps: software-only, cannot physically pace or clear path</a:t>
            </a:r>
          </a:p>
          <a:p>
            <a:r>
              <a:t>Delivery robots (Starship, Serve): not optimized for runners, no voice/alert focus</a:t>
            </a:r>
          </a:p>
          <a:p>
            <a:r>
              <a:t>Moat: voice-authenticated control + safety alerts + OTA modules for partners.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Eddie Lee — Robotics + mobile lead (ex-Garmin, built sports telemetry stacks).</a:t>
            </a:r>
          </a:p>
          <a:p>
            <a:r>
              <a:t>Maya Patel — Safety/compliance (former race director, EMT experience).</a:t>
            </a:r>
          </a:p>
          <a:p>
            <a:r>
              <a:t>Jamal Ortiz — AI/voice systems (deployed multi-modal copilots at enterprise scale).</a:t>
            </a:r>
          </a:p>
          <a:p>
            <a:r>
              <a:t>Advisors: collegiate track coach network + hardware manufacturing partner in Shenzhen.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&amp; Support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Seed support requested to:</a:t>
            </a:r>
          </a:p>
          <a:p>
            <a:r>
              <a:t>Procure hardware fleet + test logistics ($5k)</a:t>
            </a:r>
          </a:p>
          <a:p>
            <a:r>
              <a:t>Stand up hybrid content control plane + analytics ($8k)</a:t>
            </a:r>
          </a:p>
          <a:p>
            <a:r>
              <a:t>Cover pilot operations and safety compliance ($7k)</a:t>
            </a:r>
          </a:p>
          <a:p>
            <a:r>
              <a:t>Optional strategic partnership: running clubs, race organizers, safety tech vendors.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Approve hardware procurement + pilot budget</a:t>
            </a:r>
          </a:p>
          <a:p>
            <a:r>
              <a:t>2. Schedule hybrid module workshop (investor + developer views)</a:t>
            </a:r>
          </a:p>
          <a:p>
            <a:r>
              <a:t>3. Confirm pilot routes and stakeholder contacts</a:t>
            </a:r>
          </a:p>
          <a:p>
            <a:r>
              <a:t>4. Target demo day in 90 days with full field footage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